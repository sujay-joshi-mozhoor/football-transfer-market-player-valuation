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663A3-12F7-4C65-BA08-2235C2C443C7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A20B1-9449-405A-BF7D-6D7F2F1B91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6123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663A3-12F7-4C65-BA08-2235C2C443C7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A20B1-9449-405A-BF7D-6D7F2F1B91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8317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663A3-12F7-4C65-BA08-2235C2C443C7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A20B1-9449-405A-BF7D-6D7F2F1B91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9223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663A3-12F7-4C65-BA08-2235C2C443C7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A20B1-9449-405A-BF7D-6D7F2F1B91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3070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663A3-12F7-4C65-BA08-2235C2C443C7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A20B1-9449-405A-BF7D-6D7F2F1B91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7403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663A3-12F7-4C65-BA08-2235C2C443C7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A20B1-9449-405A-BF7D-6D7F2F1B91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7275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663A3-12F7-4C65-BA08-2235C2C443C7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A20B1-9449-405A-BF7D-6D7F2F1B91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8007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663A3-12F7-4C65-BA08-2235C2C443C7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A20B1-9449-405A-BF7D-6D7F2F1B91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8447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663A3-12F7-4C65-BA08-2235C2C443C7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A20B1-9449-405A-BF7D-6D7F2F1B91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0208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663A3-12F7-4C65-BA08-2235C2C443C7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A20B1-9449-405A-BF7D-6D7F2F1B91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0507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663A3-12F7-4C65-BA08-2235C2C443C7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A20B1-9449-405A-BF7D-6D7F2F1B91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74774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663A3-12F7-4C65-BA08-2235C2C443C7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A20B1-9449-405A-BF7D-6D7F2F1B916D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37183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663A3-12F7-4C65-BA08-2235C2C443C7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A20B1-9449-405A-BF7D-6D7F2F1B91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29332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663A3-12F7-4C65-BA08-2235C2C443C7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A20B1-9449-405A-BF7D-6D7F2F1B91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4319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663A3-12F7-4C65-BA08-2235C2C443C7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A20B1-9449-405A-BF7D-6D7F2F1B91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76575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663A3-12F7-4C65-BA08-2235C2C443C7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A20B1-9449-405A-BF7D-6D7F2F1B91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95514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663A3-12F7-4C65-BA08-2235C2C443C7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A20B1-9449-405A-BF7D-6D7F2F1B91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2263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6663A3-12F7-4C65-BA08-2235C2C443C7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0A20B1-9449-405A-BF7D-6D7F2F1B91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96157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  <p:sldLayoutId id="2147483790" r:id="rId12"/>
    <p:sldLayoutId id="2147483791" r:id="rId13"/>
    <p:sldLayoutId id="2147483792" r:id="rId14"/>
    <p:sldLayoutId id="2147483793" r:id="rId15"/>
    <p:sldLayoutId id="2147483794" r:id="rId16"/>
    <p:sldLayoutId id="2147483795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B52A0-5729-22FA-B7C0-5ABB0B46D5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4566" y="879996"/>
            <a:ext cx="9920749" cy="912914"/>
          </a:xfrm>
        </p:spPr>
        <p:txBody>
          <a:bodyPr>
            <a:normAutofit fontScale="90000"/>
          </a:bodyPr>
          <a:lstStyle/>
          <a:p>
            <a:r>
              <a:rPr lang="en-US" sz="4400" b="1" dirty="0"/>
              <a:t>Football Player Market Value Prediction</a:t>
            </a:r>
            <a:endParaRPr lang="en-IN" sz="44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30A2C2-900C-FC22-442C-D023344AD1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0270" y="4975123"/>
            <a:ext cx="5227369" cy="546424"/>
          </a:xfrm>
        </p:spPr>
        <p:txBody>
          <a:bodyPr>
            <a:noAutofit/>
          </a:bodyPr>
          <a:lstStyle/>
          <a:p>
            <a:r>
              <a:rPr lang="en-US" sz="2000" dirty="0"/>
              <a:t>Presented by: sujay</a:t>
            </a:r>
          </a:p>
          <a:p>
            <a:r>
              <a:rPr lang="en-US" sz="2000" dirty="0"/>
              <a:t>Last updated: May 24, 2026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472983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2482E-23D7-0325-AC25-C5FFE6F9C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A0DDE-E6CD-C7B4-E815-7909090A98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0746" y="388384"/>
            <a:ext cx="9920749" cy="912914"/>
          </a:xfrm>
        </p:spPr>
        <p:txBody>
          <a:bodyPr>
            <a:normAutofit/>
          </a:bodyPr>
          <a:lstStyle/>
          <a:p>
            <a:r>
              <a:rPr lang="en-US" sz="4400" b="1" dirty="0"/>
              <a:t>Problem statement</a:t>
            </a:r>
            <a:endParaRPr lang="en-IN" sz="44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D439E6-BB64-9CC0-5678-9DF2F0D9A6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0746" y="2576051"/>
            <a:ext cx="9543731" cy="546424"/>
          </a:xfrm>
        </p:spPr>
        <p:txBody>
          <a:bodyPr>
            <a:noAutofit/>
          </a:bodyPr>
          <a:lstStyle/>
          <a:p>
            <a:r>
              <a:rPr lang="en-US" sz="2000" dirty="0"/>
              <a:t>Football clubs invest millions in player transfers and scouting</a:t>
            </a:r>
          </a:p>
          <a:p>
            <a:r>
              <a:rPr lang="en-US" sz="2000" dirty="0"/>
              <a:t>Traditional valuation methods rely heavily on subjective judgment</a:t>
            </a:r>
          </a:p>
          <a:p>
            <a:r>
              <a:rPr lang="en-US" sz="2000" dirty="0"/>
              <a:t>Goal: Build a machine learning model to estimate fair player value using player attributes which provides a Data-driven support for scouting and transfer negotiations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660980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44435-E429-C2F1-B497-31A0E4103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33763-297C-E335-6EED-2F8465D158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3728" y="349055"/>
            <a:ext cx="9920749" cy="912914"/>
          </a:xfrm>
        </p:spPr>
        <p:txBody>
          <a:bodyPr>
            <a:normAutofit/>
          </a:bodyPr>
          <a:lstStyle/>
          <a:p>
            <a:r>
              <a:rPr lang="en-US" sz="4400" b="1" dirty="0"/>
              <a:t>Data cleaning and </a:t>
            </a:r>
            <a:r>
              <a:rPr lang="en-US" sz="4400" b="1" dirty="0" err="1"/>
              <a:t>eda</a:t>
            </a:r>
            <a:endParaRPr lang="en-IN" sz="44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EDBB15-D142-1B5C-0564-BC067F47DD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0746" y="1769806"/>
            <a:ext cx="9543731" cy="546424"/>
          </a:xfrm>
        </p:spPr>
        <p:txBody>
          <a:bodyPr>
            <a:noAutofit/>
          </a:bodyPr>
          <a:lstStyle/>
          <a:p>
            <a:r>
              <a:rPr lang="en-US" sz="2000" dirty="0"/>
              <a:t>	</a:t>
            </a:r>
          </a:p>
          <a:p>
            <a:r>
              <a:rPr lang="en-US" sz="2000" dirty="0"/>
              <a:t>Checked for missing values, special characters, blanks </a:t>
            </a:r>
            <a:r>
              <a:rPr lang="en-US" sz="2000" dirty="0" err="1"/>
              <a:t>etc</a:t>
            </a:r>
            <a:endParaRPr lang="en-US" sz="2000" dirty="0"/>
          </a:p>
          <a:p>
            <a:r>
              <a:rPr lang="en-US" sz="2000" dirty="0"/>
              <a:t>Columns like league name, club name had 0.1% missing values and replaced these with Not Specified category</a:t>
            </a:r>
          </a:p>
          <a:p>
            <a:r>
              <a:rPr lang="en-US" sz="2000" dirty="0"/>
              <a:t>Feature Engineering on player positions is done to make them standard positions </a:t>
            </a:r>
            <a:r>
              <a:rPr lang="en-US" sz="2000" dirty="0" err="1"/>
              <a:t>ie</a:t>
            </a:r>
            <a:r>
              <a:rPr lang="en-US" sz="2000" dirty="0"/>
              <a:t>. Converting CF, ST to Forward</a:t>
            </a:r>
          </a:p>
          <a:p>
            <a:endParaRPr lang="en-IN" sz="2000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6AF9788-AA15-5C4D-377B-0D7FA7E2E00B}"/>
              </a:ext>
            </a:extLst>
          </p:cNvPr>
          <p:cNvSpPr txBox="1">
            <a:spLocks/>
          </p:cNvSpPr>
          <p:nvPr/>
        </p:nvSpPr>
        <p:spPr>
          <a:xfrm>
            <a:off x="847268" y="1785288"/>
            <a:ext cx="9543731" cy="5464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FIFA 2023 data comprising of more than 17k players data is taken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11986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3D9E2-F87F-669E-442D-8EF80109E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4A8BF-C5EE-3ABE-F7FD-8CF8BB8C36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3728" y="349055"/>
            <a:ext cx="10579511" cy="912914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Important variables vs target</a:t>
            </a:r>
            <a:endParaRPr lang="en-IN" sz="4400" b="1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706E68AF-2899-C3EA-680D-E39B4A7373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952A4A3-8FBE-C7D1-E596-79A675FCF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414" y="1600200"/>
            <a:ext cx="9831172" cy="4991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182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3724C-A0DF-A792-8472-23458B057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0ABA1-A9D8-9287-01B5-A604EBC542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3728" y="349055"/>
            <a:ext cx="10579511" cy="912914"/>
          </a:xfrm>
        </p:spPr>
        <p:txBody>
          <a:bodyPr>
            <a:normAutofit/>
          </a:bodyPr>
          <a:lstStyle/>
          <a:p>
            <a:r>
              <a:rPr lang="en-US" sz="4400" dirty="0"/>
              <a:t>Models used</a:t>
            </a:r>
            <a:endParaRPr lang="en-IN" sz="4400" b="1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5D7022EE-41FA-504A-DC47-290D537976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7513" y="1825831"/>
            <a:ext cx="11127673" cy="2038246"/>
          </a:xfrm>
        </p:spPr>
        <p:txBody>
          <a:bodyPr/>
          <a:lstStyle/>
          <a:p>
            <a:r>
              <a:rPr lang="en-US" dirty="0"/>
              <a:t>Multiple Linear Regression has been used as a baseline mode</a:t>
            </a:r>
            <a:r>
              <a:rPr lang="en-IN" dirty="0"/>
              <a:t>l</a:t>
            </a:r>
          </a:p>
          <a:p>
            <a:r>
              <a:rPr lang="en-IN" dirty="0"/>
              <a:t>Random Forest and </a:t>
            </a:r>
            <a:r>
              <a:rPr lang="en-IN" dirty="0" err="1"/>
              <a:t>XGBoost</a:t>
            </a:r>
            <a:r>
              <a:rPr lang="en-IN" dirty="0"/>
              <a:t> are used as improvements to the base line models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B18D82-D3F2-526E-4987-8ABE6A500F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4818" y="3429000"/>
            <a:ext cx="7102364" cy="3084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023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6DFBD-07BE-256F-28CD-35B7D5488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FF6B3-F159-13A4-DBF0-17627F34E5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3728" y="349055"/>
            <a:ext cx="10579511" cy="912914"/>
          </a:xfrm>
        </p:spPr>
        <p:txBody>
          <a:bodyPr>
            <a:normAutofit fontScale="90000"/>
          </a:bodyPr>
          <a:lstStyle/>
          <a:p>
            <a:r>
              <a:rPr lang="en-IN" sz="4400" dirty="0"/>
              <a:t>Feature Importance &amp; Insights</a:t>
            </a:r>
            <a:endParaRPr lang="en-IN" sz="4400" b="1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2E1387CF-D5A4-4310-85F2-5D49B586AD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7513" y="1825831"/>
            <a:ext cx="11127673" cy="2038246"/>
          </a:xfrm>
        </p:spPr>
        <p:txBody>
          <a:bodyPr/>
          <a:lstStyle/>
          <a:p>
            <a:r>
              <a:rPr lang="en-US" dirty="0"/>
              <a:t>Overall Rating contributed nearly 49% of model importance</a:t>
            </a:r>
          </a:p>
          <a:p>
            <a:r>
              <a:rPr lang="en-US" dirty="0"/>
              <a:t>Potential Rating contributed around 17% importance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82B6FB-D7CC-AEA6-A31E-5A840BA6A3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664" y="3448664"/>
            <a:ext cx="8613059" cy="2789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760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89970-CA6B-54D6-002F-2A8C3FCA7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D7D7C-1895-3250-50D9-D043095FEA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3728" y="349055"/>
            <a:ext cx="10579511" cy="912914"/>
          </a:xfrm>
        </p:spPr>
        <p:txBody>
          <a:bodyPr>
            <a:normAutofit/>
          </a:bodyPr>
          <a:lstStyle/>
          <a:p>
            <a:r>
              <a:rPr lang="en-IN" sz="4400" dirty="0"/>
              <a:t>conclusion</a:t>
            </a:r>
            <a:endParaRPr lang="en-IN" sz="4400" b="1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D74B3E73-602D-1883-A66D-3AEB271723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8855" y="2409877"/>
            <a:ext cx="11127673" cy="203824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Successfully developed a machine learning driven player valuation system</a:t>
            </a:r>
          </a:p>
          <a:p>
            <a:r>
              <a:rPr lang="en-US" dirty="0" err="1"/>
              <a:t>XGBoost</a:t>
            </a:r>
            <a:r>
              <a:rPr lang="en-US" dirty="0"/>
              <a:t> and Random Forest significantly outperformed baseline regression</a:t>
            </a:r>
          </a:p>
          <a:p>
            <a:r>
              <a:rPr lang="en-US" dirty="0"/>
              <a:t>Project demonstrated end-to-end ML workflow including EDA, feature engineering and model comparison</a:t>
            </a:r>
          </a:p>
        </p:txBody>
      </p:sp>
    </p:spTree>
    <p:extLst>
      <p:ext uri="{BB962C8B-B14F-4D97-AF65-F5344CB8AC3E}">
        <p14:creationId xmlns:p14="http://schemas.microsoft.com/office/powerpoint/2010/main" val="28355271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95A7C-A960-EDD4-2AAB-57D0068A9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EEE8B-F11E-DE19-7F0C-305D251B8B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4902" y="2689132"/>
            <a:ext cx="9920749" cy="912914"/>
          </a:xfrm>
        </p:spPr>
        <p:txBody>
          <a:bodyPr>
            <a:normAutofit/>
          </a:bodyPr>
          <a:lstStyle/>
          <a:p>
            <a:r>
              <a:rPr lang="en-US" sz="4400" b="1" dirty="0"/>
              <a:t>Thank you</a:t>
            </a:r>
            <a:endParaRPr lang="en-IN" sz="4400" b="1" dirty="0"/>
          </a:p>
        </p:txBody>
      </p:sp>
    </p:spTree>
    <p:extLst>
      <p:ext uri="{BB962C8B-B14F-4D97-AF65-F5344CB8AC3E}">
        <p14:creationId xmlns:p14="http://schemas.microsoft.com/office/powerpoint/2010/main" val="3511196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31</TotalTime>
  <Words>209</Words>
  <Application>Microsoft Office PowerPoint</Application>
  <PresentationFormat>Widescreen</PresentationFormat>
  <Paragraphs>25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Bookman Old Style</vt:lpstr>
      <vt:lpstr>Rockwell</vt:lpstr>
      <vt:lpstr>Damask</vt:lpstr>
      <vt:lpstr>Football Player Market Value Prediction</vt:lpstr>
      <vt:lpstr>Problem statement</vt:lpstr>
      <vt:lpstr>Data cleaning and eda</vt:lpstr>
      <vt:lpstr>Important variables vs target</vt:lpstr>
      <vt:lpstr>Models used</vt:lpstr>
      <vt:lpstr>Feature Importance &amp; Insights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Sujay Joshi M</dc:creator>
  <cp:lastModifiedBy>Sujay Joshi M</cp:lastModifiedBy>
  <cp:revision>25</cp:revision>
  <dcterms:created xsi:type="dcterms:W3CDTF">2026-05-24T05:54:45Z</dcterms:created>
  <dcterms:modified xsi:type="dcterms:W3CDTF">2026-05-24T06:26:25Z</dcterms:modified>
</cp:coreProperties>
</file>